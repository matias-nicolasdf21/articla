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ARTICLA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chilena, explicada con el artículo exacto que la respalda.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legal inteligente construido sobre los códigos y leyes de Chile y los libros de la Facultad de Derecho de la Universidad de Chile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5989320"/>
            <a:ext cx="457200" cy="36576"/>
          </a:xfrm>
          <a:prstGeom prst="rect">
            <a:avLst/>
          </a:prstGeom>
          <a:solidFill>
            <a:srgbClr val="A98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· Propuesta  ·  INGT1003 — Universidad Mayor  ·  Matías del Fierro y Camilo González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 gente necesita orientación legal; pocos canales responden rápido.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5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192.049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orientaciones jurídicas atendió en 2019 solo la CAJ Biobío, una de cuatro corporaciones del país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5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2918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personas sin formación legal identifica correctamente la función del Poder Judicial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5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 vs 4%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2918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que una persona de altos ingresos accede a un juicio justo, frente a solo un 4% para bajos ingresos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Corporación de Asistencia Judicial del Biobío (2020); Open Government Partnership (2021).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LE DUELE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Camila, 34 años, trabajadora independiente en Santiago.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498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una carta de su arrendador anunciando un alza de renta a mitad de contrato.
</a:t>
            </a:r>
            <a:pPr indent="0" marL="0">
              <a:buNone/>
            </a:pPr>
            <a:r>
              <a:rPr lang="en-US" sz="1700" dirty="0">
                <a:solidFill>
                  <a:srgbClr val="10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si puede negarse.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alternativa hoy: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069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Pedir hora en la Corporación de Asistencia Judicial → sin respuesta inmediata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572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Preguntar en un grupo de Facebook del barrio → sin certeza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074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Pagar una consulta privada → no está entre sus prioridades esta quincena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75320" y="1828800"/>
            <a:ext cx="3337560" cy="4023360"/>
          </a:xfrm>
          <a:prstGeom prst="roundRect">
            <a:avLst>
              <a:gd name="adj" fmla="val 2740"/>
            </a:avLst>
          </a:prstGeom>
          <a:solidFill>
            <a:srgbClr val="101B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49640" y="214884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Articla existe para que la primera pregunta —la más simple, la más urgente— tenga respuesta hoy.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cualquier persona en Chile que enfrenta una duda legal cotidiana y no tiene acceso rápido ni económico a orientación jurídica, </a:t>
            </a:r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Articla entrega una respuesta clara en menos de un minuto, citando el artículo exacto de la ley chilena que la respalda.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4846320"/>
            <a:ext cx="457200" cy="36576"/>
          </a:xfrm>
          <a:prstGeom prst="rect">
            <a:avLst/>
          </a:prstGeom>
          <a:solidFill>
            <a:srgbClr val="A982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029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a un abogado en un litigio. Resuelve la primera pregunta — la que hoy no tiene una respuesta inmediata.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INFORMACIÓN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secciones, un lenguaje: el del usuario.</a:t>
            </a:r>
            <a:endParaRPr lang="en-US" sz="2800" dirty="0"/>
          </a:p>
        </p:txBody>
      </p:sp>
      <p:pic>
        <p:nvPicPr>
          <p:cNvPr id="4" name="Image 0" descr="mapa_produc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691640"/>
            <a:ext cx="101498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capas, distribuidas entre cliente y servidor.</a:t>
            </a:r>
            <a:endParaRPr lang="en-US" sz="2800" dirty="0"/>
          </a:p>
        </p:txBody>
      </p:sp>
      <p:pic>
        <p:nvPicPr>
          <p:cNvPr id="4" name="Image 0" descr="diagrama_arquitectu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600200"/>
            <a:ext cx="8503920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TECNOLOGÍA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alternativas comparadas, una decisión firmada.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E8F1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Next.js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para el chat + páginas estáticas indexables para landing y aviso legal.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9456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E8F1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FastAPI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ecosistema para RAG, aunque el equipo opere dos lenguajes distintos.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19456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E8F1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vectoriales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pgvector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extra y con el corpus legal en infraestructura propia.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NAVEGABLE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pantallas, de la pregunta a la fuente.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+ preguntas de ejemplo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697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respuesta; cada cita abre el texto del artículo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697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anteriores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697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fuentes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leyes, códigos y libros están previstos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697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ejemplo y privacidad, con borrado del historial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12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8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012680" y="2697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legal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01268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Articla no reemplaza a un abogado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del prototipo está en el README del repositorio.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prototipo al motor que sostiene la promesa.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Hito 2 — API REST, base de datos y motor de recuperación semántica (RAG) sobre el corpus legal real.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Corpus desde LeyChile (BCN); libros de la Facultad solo con autorización de uso.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Medir desde ya: respuesta en menos de 1 minuto y citas exactas (meta inicial ≥ 90%).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989320"/>
            <a:ext cx="457200" cy="36576"/>
          </a:xfrm>
          <a:prstGeom prst="rect">
            <a:avLst/>
          </a:prstGeom>
          <a:solidFill>
            <a:srgbClr val="A982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Matías del Fierro y Camilo González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2026-10-26T23:00:57Z</dcterms:created>
  <dcterms:modified xsi:type="dcterms:W3CDTF">2026-10-26T23:00:57Z</dcterms:modified>
</cp:coreProperties>
</file>