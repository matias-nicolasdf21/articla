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724D81-7EB4-498F-A2E4-0FE8475B8E66}" v="1" dt="2026-10-26T23:49:33.0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ias nicolas" userId="d18162b7cf197ca9" providerId="LiveId" clId="{F3E1B6A5-0B90-4CE7-A32D-F263A352FFF3}"/>
    <pc:docChg chg="modSld">
      <pc:chgData name="matias nicolas" userId="d18162b7cf197ca9" providerId="LiveId" clId="{F3E1B6A5-0B90-4CE7-A32D-F263A352FFF3}" dt="2026-10-26T23:50:12.411" v="3" actId="20577"/>
      <pc:docMkLst>
        <pc:docMk/>
      </pc:docMkLst>
      <pc:sldChg chg="modSp mod">
        <pc:chgData name="matias nicolas" userId="d18162b7cf197ca9" providerId="LiveId" clId="{F3E1B6A5-0B90-4CE7-A32D-F263A352FFF3}" dt="2026-10-26T23:50:12.411" v="3" actId="20577"/>
        <pc:sldMkLst>
          <pc:docMk/>
          <pc:sldMk cId="0" sldId="264"/>
        </pc:sldMkLst>
        <pc:spChg chg="mod">
          <ac:chgData name="matias nicolas" userId="d18162b7cf197ca9" providerId="LiveId" clId="{F3E1B6A5-0B90-4CE7-A32D-F263A352FFF3}" dt="2026-10-26T23:50:12.411" v="3" actId="20577"/>
          <ac:spMkLst>
            <pc:docMk/>
            <pc:sldMk cId="0" sldId="264"/>
            <ac:spMk id="5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6566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9202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ARTICLA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0896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ley chilena, explicada con el artículo exacto que la respalda.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legal inteligente construido sobre los códigos y leyes de Chile (texto oficial de LeyChile)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5989320"/>
            <a:ext cx="457200" cy="36576"/>
          </a:xfrm>
          <a:prstGeom prst="rect">
            <a:avLst/>
          </a:prstGeom>
          <a:solidFill>
            <a:srgbClr val="A9822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 · Propuesta  ·  INGT1003 — Universidad Mayor  ·  Matías del Fierro y Camilo González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A9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Mucha gente necesita orientación legal; pocos canales responden rápido.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7C5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192.049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orientaciones jurídicas atendió en 2019 solo la CAJ Biobío, una de cuatro corporaciones del país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7C5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32918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personas sin formación legal identifica correctamente la función del Poder Judicial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8458200" y="22860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7C5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 vs 4%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458200" y="32918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 que una persona de altos ingresos accede a un juicio justo, frente a solo un 4% para bajos ingresos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Corporación de Asistencia Judicial del Biobío (2020); Open Government Partnership (2021).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A9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 LE DUELE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Camila, 34 años, trabajadora independiente en Santiago.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749808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14400" y="219456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carta de su arrendador anunciando un alza de renta a mitad de contrato.
</a:t>
            </a:r>
            <a:r>
              <a:rPr lang="en-US" sz="1700" dirty="0">
                <a:solidFill>
                  <a:srgbClr val="10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 si puede negarse.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657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alternativa hoy: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0690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Pedir hora en la Corporación de Asistencia Judicial → sin respuesta inmediata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5720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Preguntar en un grupo de Facebook del barrio → sin certeza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074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Pagar una consulta privada → no está entre sus prioridades esta quincena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75320" y="1828800"/>
            <a:ext cx="3337560" cy="4023360"/>
          </a:xfrm>
          <a:prstGeom prst="roundRect">
            <a:avLst>
              <a:gd name="adj" fmla="val 2740"/>
            </a:avLst>
          </a:prstGeom>
          <a:solidFill>
            <a:srgbClr val="101B2D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8549640" y="214884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Articla existe para que la primera pregunta —la más simple, la más urgente— tenga respuesta hoy.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PROMESA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cualquier persona en Chile que enfrenta una duda legal cotidiana y no tiene acceso rápido ni económico a orientación jurídica, </a:t>
            </a: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Articla entrega una respuesta clara en menos de un minuto, citando el artículo exacto de la ley chilena que la respalda.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4846320"/>
            <a:ext cx="457200" cy="36576"/>
          </a:xfrm>
          <a:prstGeom prst="rect">
            <a:avLst/>
          </a:prstGeom>
          <a:solidFill>
            <a:srgbClr val="A9822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731520" y="5029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reemplaza a un abogado en un litigio. Resuelve la primera pregunta — la que hoy no tiene una respuesta inmediata.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A9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INFORMACIÓN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secciones, un lenguaje: el del usuario.</a:t>
            </a:r>
            <a:endParaRPr lang="en-US" sz="2800" dirty="0"/>
          </a:p>
        </p:txBody>
      </p:sp>
      <p:pic>
        <p:nvPicPr>
          <p:cNvPr id="4" name="Image 0" descr="mapa_product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3047" y="1691640"/>
            <a:ext cx="9115425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A9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TÉCNICA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capas, distribuidas entre cliente y servidor.</a:t>
            </a:r>
            <a:endParaRPr lang="en-US" sz="2800" dirty="0"/>
          </a:p>
        </p:txBody>
      </p:sp>
      <p:pic>
        <p:nvPicPr>
          <p:cNvPr id="4" name="Image 0" descr="diagrama_arquitectur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083742" y="1600200"/>
            <a:ext cx="5994035" cy="47091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A9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TECNOLOGÍA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alternativas comparadas, una decisión firmada.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39319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68680" y="219456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E8F1E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43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0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+ Next.js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56616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para el chat + páginas estáticas indexables para landing y aviso legal.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920240"/>
            <a:ext cx="3566160" cy="39319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4663440" y="219456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E8F1E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4663440" y="21945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743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0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+ FastAPI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56616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mejor ecosistema para RAG, aunque el equipo opere dos lenguajes distintos.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566160" cy="39319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8458200" y="219456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E8F1E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 txBox="1"/>
          <p:nvPr/>
        </p:nvSpPr>
        <p:spPr>
          <a:xfrm>
            <a:off x="8458200" y="21945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vectoriales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2743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0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+ pgvector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56616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 extra y con el corpus legal en infraestructura propia.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NAVEGABLE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pantallas, de la pregunta a la fuente.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98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97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valor + preguntas de ejemplo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98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697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32918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con respuesta; cada cita abre el texto del artículo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98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2697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32918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anteriores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98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697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fuentes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2918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leyes y códigos están cargados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98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2697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32918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ejemplo y privacidad, con borrado del historial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98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0012680" y="2697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legal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012680" y="32918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Articla no reemplaza a un abogado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760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enlace del prototipo está en el README del repositorio.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prototipo al motor que sostiene la promesa.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Hito 2 — API REST, base de datos y motor de recuperación semántica (RAG) sobre el corpus legal real.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88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r>
              <a:rPr lang="es-CL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Por ahora usamos solo el texto oficial de </a:t>
            </a:r>
            <a:r>
              <a:rPr lang="es-CL" sz="1600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LeyChile</a:t>
            </a:r>
            <a:r>
              <a:rPr lang="es-CL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, que es público. No </a:t>
            </a:r>
            <a:r>
              <a:rPr lang="es-CL" sz="1600">
                <a:solidFill>
                  <a:schemeClr val="accent1">
                    <a:lumMod val="20000"/>
                    <a:lumOff val="80000"/>
                  </a:schemeClr>
                </a:solidFill>
              </a:rPr>
              <a:t>usamos libros</a:t>
            </a:r>
            <a:r>
              <a:rPr lang="en-US" sz="160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Medir desde ya: respuesta en menos de 1 minuto y citas exactas (meta inicial ≥ 90%).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989320"/>
            <a:ext cx="457200" cy="36576"/>
          </a:xfrm>
          <a:prstGeom prst="rect">
            <a:avLst/>
          </a:prstGeom>
          <a:solidFill>
            <a:srgbClr val="A9822E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· Matías del Fierro y Camilo González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09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600</Words>
  <Application>Microsoft Office PowerPoint</Application>
  <PresentationFormat>Panorámica</PresentationFormat>
  <Paragraphs>83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matias nicolas</cp:lastModifiedBy>
  <cp:revision>1</cp:revision>
  <dcterms:created xsi:type="dcterms:W3CDTF">2026-10-26T23:00:57Z</dcterms:created>
  <dcterms:modified xsi:type="dcterms:W3CDTF">2026-10-26T23:50:16Z</dcterms:modified>
</cp:coreProperties>
</file>